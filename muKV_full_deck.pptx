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395" y="1600200"/>
            <a:ext cx="7497305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One figure, nine parts: 1-3 the pass, 4 sense, 5 decide, 6 act, 7 measure, 8 learn, 9 thermal guard. The paper's architecture and control-plane figures are now merged into this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FROM THE SIDE NODE TO THE KEEP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Every part of Figure 2, in order, and what each one produces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113842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291840"/>
                <a:gridCol w="4937760"/>
                <a:gridCol w="2834640"/>
              </a:tblGrid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Part, as labelled in the figure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What comes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 K V → flash attention → output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unmodified layer; the fused kernel never stores attention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layer output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kq_evict side node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softmax(K Qᵀ) for the last 16 queries, last chunk, as a graph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raw attention, 16 queries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heat map,  A ∈ ℝ^(16×N)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real capture, Llama-3.2-1B layer 8, log scale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the 16 × N attention block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per-layer scores,  s ∈ ℝ^(L×N)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averages the 16 query rows away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layer, per position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aggregate layers and heads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mean over l and h; this is what makes selection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 score per position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max-pool, kernel 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each position takes its 7-wide max: clusters survive, spikes do not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smoothed score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α-gate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αa is the mass outside the recent window, floor 0.70; it splits 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n_anchor and n_recent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h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joint keep set,  K positions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top n_anchor by score, plus 4 sinks, plus the recent window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4 sinks + 721 anchors + 299 recent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seq-level evict and compact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every layer keeps the same positions, so survivors slide together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live = K, contiguous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BRANCH (b): what a per-head evictor does instead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114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per-head top-K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skips part e; each head keeps its own K positions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 per head, different sets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114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union across heads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 position survives if any head keeps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13 of 16 bins live, cannot compact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Measured instance: on the 9737-token prompt αa came out at 0.71, so K = 1024 is 4 sinks, 721 anchors and 299 recent cells.  Parts b to d are step 1 of Figure 1, e to h are step 2, i is step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Three more models, each baseline at its own published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What each paper actually says,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B7785"/>
                </a:solidFill>
                <a:latin typeface="Arial"/>
              </a:rPr>
              <a:t>Phone CPU, Llama-3.2-1B, 110 LongBench prompts, mean 8043 tokens. Every baseline at its own published budget, not ours.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2651760"/>
                <a:gridCol w="1554480"/>
              </a:tblGrid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What the paper actually says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Its own budget, as we ran 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Cache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CLAIMS A MEMORY REDUCTION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“an 8.2x enhancement in memory efficiency” at 16K inputs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“reduce KV cache memory footprint by 5-10x”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“nearly on par …, in some cases only 1/8 of the original cache”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MAKES NO MEMORY-REDUCTION CLAIM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“the first head-wise adaptive budget allocation strategy”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2048 per head, reallocated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a speed claim: “up to 22.2x speedup” over recompute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4 sinks + 2000 recent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97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The contradiction is only a contradiction where a memory claim was made. SnapKV and H2O claim a ratio and do not deliver it here. TOVA hedges its own claim.</a:t>
            </a:r>
          </a:p>
          <a:p>
            <a:pPr algn="l">
              <a:lnSpc>
                <a:spcPct val="115000"/>
              </a:lnSpc>
            </a:pPr>
            <a:r>
              <a:rPr sz="1450" b="0">
                <a:solidFill>
                  <a:srgbClr val="38424E"/>
                </a:solidFill>
                <a:latin typeface="Arial"/>
              </a:rPr>
              <a:t>Ada-KV claims quality gains at a budget you give it, and StreamingLLM claims speed. Their rows report what a per-head or windowed budget simply leaves live on this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lower half of the figure above, enlarged. Run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
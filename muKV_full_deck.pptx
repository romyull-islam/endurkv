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957" y="1600200"/>
            <a:ext cx="893618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Three more models, each baseline at its own published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What each paper actually says,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B7785"/>
                </a:solidFill>
                <a:latin typeface="Arial"/>
              </a:rPr>
              <a:t>Phone CPU, Llama-3.2-1B, 110 LongBench prompts, mean 8043 tokens. Every baseline at its own published budget, not ours.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2651760"/>
                <a:gridCol w="1554480"/>
              </a:tblGrid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What the paper actually says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Its own budget, as we ran 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Cache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CLAIMS A MEMORY REDUCTION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“an 8.2x enhancement in memory efficiency” at 16K inputs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“reduce KV cache memory footprint by 5-10x”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“nearly on par …, in some cases only 1/8 of the original cache”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MAKES NO MEMORY-REDUCTION CLAIM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“the first head-wise adaptive budget allocation strategy”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head, reallocated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 speed claim: “up to 22.2x speedup” over recompute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4 sinks + 2000 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The contradiction is only a contradiction where a memory claim was made. SnapKV and H2O claim a ratio and do not deliver it here. TOVA hedges its own claim.</a:t>
            </a:r>
          </a:p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Ada-KV claims quality gains at a budget you give it, and StreamingLLM claims speed. Their rows report what a per-head or windowed budget simply leaves live on this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
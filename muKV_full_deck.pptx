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862" y="1600200"/>
            <a:ext cx="896637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Circled numbers are shared with the control-plane figure: 1-3 the pass, 4 sense, 5 decide, 6 act, 7 measure, 8 learn, 9 thermal guard. Same part, same number, both figures.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FROM THE SIDE NODE TO THE KEEP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Every stage in order, and what each one produces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81328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011680"/>
                <a:gridCol w="5029200"/>
                <a:gridCol w="2834640"/>
                <a:gridCol w="6400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What comes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Fig 1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flash attention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fuses softmax into the kernel, so the attention matrix is never written to memory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layer output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kq_evict side node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recomputes softmax(K Qᵀ) for the last 16 queries, on the last prefill chunk only, as a graph output rather than a mid-graph read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A, 16 x N scores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reduce over queries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averages the 16 query rows away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s, L x N: one score per layer per position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aggregate layers and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mean over l and h. This is the step that makes selection sequence-level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one score per position, length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max-pool, kernel 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each position takes the max of its 7-wide neighbourhood, so clusters survive and isolated spikes do not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smoothed score, length 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α-gate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measures αa, the attention mass outside the recent window, floored at 0.70 and capped at 0.95, then splits the K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n_anchor and n_recent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select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takes the top n_anchor positions by score, plus 4 sink tokens, plus the recent window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joint keep set, K positions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compact in place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survivors slide into a dense prefix inside the tensors prefill already allocated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live = K, contiguous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5715000"/>
            <a:ext cx="11384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Measured instance: on the 9737-token prompt αa came out at 0.71, so K = 1024 is 4 sinks, 721 anchors and 299 recent cells.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A per-head evictor skips stage d. Each head then keeps its own K, the union across heads leaves live ≫ K, and the array cannot compact.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  ·  THREE MORE MODELS, EACH BASELINE AT ITS OWN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What the papers claim,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108960"/>
                <a:gridCol w="2377440"/>
              </a:tblGrid>
              <a:tr h="3352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Its own paper claims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At its own budget on the 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actually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8.2x smaller cache at 16K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 to 10x at a 20%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per-layer budget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adaptive per-head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this work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The claim is not wrong on a server. It is a claim about how many scores were dropped, not about how much memory came back.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a shared cell array those are different numbers, and only the second one changes the phone's DRAM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Numbers match the architecture figure, so the same part carries the same number in both. Run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
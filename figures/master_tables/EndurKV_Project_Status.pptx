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</a:rPr>
              <a:t>EndurKV: Thermal &amp; Endurance Co-Aware KV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55555"/>
                </a:solidFill>
              </a:rPr>
              <a:t>Sustained Mobile LLM Inference Driven by Model-Internal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555555"/>
                </a:solidFill>
              </a:rPr>
              <a:t>Md Romyull Islam · Kennesaw State University</a:t>
            </a:r>
          </a:p>
          <a:p>
            <a:r>
              <a:rPr sz="1400">
                <a:solidFill>
                  <a:srgbClr val="555555"/>
                </a:solidFill>
              </a:rPr>
              <a:t>Target venues: HotMobile 2027 · MobiSys 2028</a:t>
            </a:r>
          </a:p>
          <a:p>
            <a:r>
              <a:rPr sz="1400">
                <a:solidFill>
                  <a:srgbClr val="555555"/>
                </a:solidFill>
              </a:rPr>
              <a:t>Project status as of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The Problem: Mobile LLM Inference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KV cache memory: grows linearly with prompt + decoded tokens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DRAM bandwidth: every decode step reads the FULL cache from DRAM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Thermal envelope: kernel throttles freq 1632 → 883 MHz when DDR &gt; 65°C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Battery endurance: 4 B-parameter model decode drains battery in minutes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Quality vs cost: aggressive eviction kills PPL, conservative caching kills speed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Existing policies (H2O, TOVA, SnapKV, StreamingLLM) are QUALITY-ONLY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None address thermal endurance or energy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None measured on real mobile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Our Approach: Multi-Objective Closed-Loop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Mobile-LLM inference framed as constrained optimization: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Minimize: α₁·WallTime + α₂·Energy + α₃·Jitter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Subject to: PPL ≤ vanilla · (1+ε), Peak_temp &lt; cliff, IO ≤ vanilla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OUTER loop (algorithmic) — v1_fa2_stack: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Per-head KV budget: K_h = round(K_nom · μ(max_a[h]))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μ(x) = 1.3 − 0.6 · clip((x−0.4)/0.4, 0, 1) ∈ [0.7, 1.3]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INNER loop (thermal) — preempt-throttle watchdog v2: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Multi-sensor: DDR + CPU + skin + battery + BCL current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Cliff-insurance mode: only engages near kernel throttle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Bridge: state-swap from FA-off prefill to FA-on decode (~600 ms)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Five Simultaneous Goals — All Held Together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38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Phase 1 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Measured Δ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Eviction without accuracy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+11.3% PPL (within budget)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Tiered storage when DRAM 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⏳ 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design only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Minimum total 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−4× DRAM read per token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Stable temperature, no throttle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 watchdog transitions in production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Smooth, fast, low-energy decode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✓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+19.7% tps, −15.8% wall, −12.9% energy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Single-objective policies (H2O = PPL-only, BCL = thermal-only) cannot reach this Pareto frontier — only a co-aware policy can.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EndurKV — 5-Controller Cascade (Algorithm Timeline)</a:t>
            </a:r>
          </a:p>
        </p:txBody>
      </p:sp>
      <p:pic>
        <p:nvPicPr>
          <p:cNvPr id="3" name="Picture 2" descr="fig7_contro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99669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Figure: When each controller fires + what each controls. Outer loop = blue (controllers 1-4). Inner loop = red (watchdog).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EndurKV Architecture (Figure)</a:t>
            </a:r>
          </a:p>
        </p:txBody>
      </p:sp>
      <p:pic>
        <p:nvPicPr>
          <p:cNvPr id="3" name="Picture 2" descr="fig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99669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Figure: The five-layer v1_fa2_stack composition.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Two-Loop Closed-Loop Control (Figure)</a:t>
            </a:r>
          </a:p>
        </p:txBody>
      </p:sp>
      <p:pic>
        <p:nvPicPr>
          <p:cNvPr id="3" name="Picture 2" descr="fig4_clo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99669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Figure: Attention drives eviction (and recall in Phase 2); sensors drive freq cap (and I/O quota in Phase 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EndurKV Stack — 5 Orthogonal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Layer 1: v1 per-head budget (eviction algorithm)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Reads softmax(QKᵀ) per head; computes K_h per confidence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Layer 2: Selective anchoring (top-32)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Re-rank survivors by mean attention; keep top 32 as semantic anchors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Layer 3: Q8 K cache (halves K-side DRAM bandwidth)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f16 V preserved for state-swap layout compatibility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Layer 4: State-swap to FA-on decode (decoder speedup)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~600 ms one-time cost; FA-on decode is 30-50% faster per step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Layer 5: Multi-sensor watchdog v2 (cliff-insurance)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Reactive freq cap only when DDR/CPU truly approaches throttle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FA-off Prefill → State-Swap → FA-on Decode (Figure)</a:t>
            </a:r>
          </a:p>
        </p:txBody>
      </p:sp>
      <p:pic>
        <p:nvPicPr>
          <p:cNvPr id="3" name="Picture 2" descr="fig6_fa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99669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Figure: FA fuses softmax → can't read kq_soft_max. v1 needs that tensor. State-swap bridges the two contexts in ~600 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Why FA-off Prefill + FA-on Decode (the asymmetric split)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1257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Policy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Prefill FA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Decode FA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Decode tps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Δ vs vanilla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200"/>
                        <a:t>vanilla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2.97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200"/>
                        <a:t>h2o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−32%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200"/>
                        <a:t>v1_fa2_stack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4.98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+68%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FA fuses softmax → no kq_soft_max tensor in DRAM. v1's per-head budget READS that tensor. Two requirements fundamentally incompatible at kernel level.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Multi-Sensor Watchdog v2 (Cliff-Insurance Mode)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38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Sensor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Warn (°C)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Crit (°C)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thermal_zone47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CPU big-core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thermal_zone24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Skin (shell_front)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thermal_zone60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Battery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/sys/class/power_supply/battery/temp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BCL current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128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392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dumpsys battery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5-tier freq ladder: MAX 1632 / NUDGE disabled / MILD 1497 (-8%) / MOD 1382 (-15%) / STRONG 1267 (-22%) kHz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Wave-11 PPL + Decode tps (Figure)</a:t>
            </a:r>
          </a:p>
        </p:txBody>
      </p:sp>
      <p:pic>
        <p:nvPicPr>
          <p:cNvPr id="3" name="Picture 2" descr="fig2_wave11_ppl_t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99669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Figure: PPL (95% bootstrap CI) and decode tps across 5 policies on Phi-3-mini K=512. v1_fa2_stack alone exceeds vanilla on tps.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DONE: Wave-11 PPL Headline Results (Phi-3-mini K=512)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838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Policy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PPL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Peak DDR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Decode tps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Swap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Total Lat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vanilla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64.8°C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2.97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158 MB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1036 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h2o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62.9°C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 MB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1524 s ❌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tova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5.627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59.4°C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2.24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48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1394 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streamingllm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59.4°C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2.26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72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1367 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v1_fa2_stack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6.082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66.0°C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4.98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 MB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832 s 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Held-out PPL on WikiText-2 chunk-pair (n=8 disjoint pairs). v1_fa2_stack wins on decode throughput + total latency + zero swap.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DONE: PRODUCTION RESULT (Phi-3, 2048-token decode, cliff-insurance)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Vanilla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v1_fa2_stack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Prefill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+30.8%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Decode 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6.611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+19.7% (FASTER)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Total wall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375.1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315.8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-15.8% (FASTER)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Peak DDR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+0.8°C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Peak CPU big-core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+0.8°C ✓ below cliff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Peak Skin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+1.6°C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Peak RSS (GB)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-9.3% ✓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Energy (mAh)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33.72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-12.9% ✓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Watchdog transitions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 (DORMANT)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PURE WIN: faster decode + shorter wall time + less energy + less memory, all simultaneously. Watchdog NEVER fired - algorithm alone delivers all the wins.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Production Demo Headline (Figure)</a:t>
            </a:r>
          </a:p>
        </p:txBody>
      </p:sp>
      <p:pic>
        <p:nvPicPr>
          <p:cNvPr id="3" name="Picture 2" descr="fig1_production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99669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Figure: v1_fa2_stack vs vanilla on 6 metrics. Green deltas = wins. Orange deltas = acceptable trade-offs.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Seven Simultaneous Objectives (Radar Figure)</a:t>
            </a:r>
          </a:p>
        </p:txBody>
      </p:sp>
      <p:pic>
        <p:nvPicPr>
          <p:cNvPr id="3" name="Picture 2" descr="fig5_radar_multi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99669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Figure: ALL 7 axes from the same demo run. v1_fa2_stack wins 4 (tps, wall, energy, RSS) by 10-20%; trails 3 (DDR, CPU, skin) by 1-4% — all still below kernel cliff.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The Pure-Win Production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v1_fa2_stack at K=512, cliff-insurance watchdog, charging disabled: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Decode tps: +19.7% (FASTER than vanilla)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Wall time: -15.8% (finishes sooner)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Energy: -12.9% (less battery consumed)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Peak RSS: -9.3% (350 MB less RAM at peak)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Watchdog: 0 tier transitions (completely dormant)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All four wins come from the ALGORITHM, not from thermal mitigation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Cache reduction (2058 → 512 cells) → 5× less DRAM read per token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FA-on decode (after state-swap) → 30-50% faster attention kernel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Q8 K cache → 50% less K-side bandwidth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Operator can also pick the energy-aggressive mode (aggressive watchdog) for max battery savings at speed cost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K is a Pareto-tunable knob: smaller K = more eviction = more energy / more PPL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DONE: Infrastructure Built (Tools + 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C++ core (entropy_probe/eviction_bench.cpp):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policy_v1, policy_v1_fa2 with state-swap + tiered eviction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Baselines: vanilla, h2o, tova, streamingllm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Phone-side scripts (scripts/android/):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preempt_throttle_watchdog_v2.sh — 5-tier multi-sensor watchdog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sample_sensors.sh — 5 Hz with root power_now/current_now/voltage_now/status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phone_wave11_eval.sh — Wave-11 launcher (PPL chunk-pair)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Demo + ergonomics: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demo_vanilla_vs_v1fa2.sh — live side-by-side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endurkv_demo.sh — ultimate launcher (--k, --energy-mode, --sweep, --policy)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disable_charging.sh / enable_charging.sh — OPlus vendor sysfs toggle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Documentation: 40+ MD specs in figures/master_tables/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DONE: Energy Measurement Infrastructure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1845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Inputs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Reliable when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power_now_integrated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bat_power_now_uw (root)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PMIC exposes it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vi_now_integrated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 × V (current_now × voltage_now, root)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always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vi_ma_integrated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 × V (dumpsys legacy)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fallback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charge_counter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Δ charge_counter (sysfs)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Δ &gt; 1 mAh, not charging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approx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mean current × wall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rough fallback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all methods failed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3-tier fallback chain. Charging-state detection auto-flags runs where USB power could distort.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DONE: Cliff-Insurance Watchdog Validation (final tuning)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1845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Δ vs vanilla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Decode 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+19.7% (FASTER!)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watchdog stayed at MAX freq throughout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Wall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-15.8% (FASTER)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finishes 60s sooner than vanilla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Peak CPU big-core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+0.8°C (62.4 vs 61.6)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BIG-core, what watchdog reads. WELL BELOW 65.5°C warn.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Peak 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+0.8°C (57.9 vs 57.1)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well below 64.5°C crit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-12.9% (33.72 vs 38.73 mAh)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real measurement, charging disabled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1200"/>
                        <a:t>Watchdog preempts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0 transitions (DORMANT)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CORRECTLY dormant: big-core never approached cliff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Watchdog correctly stayed at tier 0 MAX (1632 MHz) the entire run - cache reduction alone produced all wins. CPU warn=65.5°C, crit=67°C never reached.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IN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K-sweep Pareto curve (K ∈ {128, 256, 512, 1024})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User has --sweep flag; needs 1 clean run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Long-prompt regime measurement (Wave-9 reproduction)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Designed; need clean disable_charging run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Root-based energy METHOD 1 fully populated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Columns present but METHOD 1 fallback not picking them up consistently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Needs debug — likely the &gt;=50% population requirement issue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Multi-model targets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Phi-3 ✓ (validated)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Llama-1B ✓ (validated)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Gemma-2B ⚠ (partial)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EndurKV-Adaptive (truly novel two-loop K controller)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Code written; broke PPL → reverted; needs no_evict_decode=true fix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REMAINING — Near-term (next 4 weeks)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Experimental: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Reproduce −45% energy with cleaner METHOD 1 measurement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K-sweep Pareto on Phi-3 (~40 min)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Long-prompt regime (validate +68% decode tps win at long context)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Multi-model: same demo + sweep on Llama-1B and Gemma-2B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Replicate runs (n≥3) for statistical confidence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Documentation: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Generate plots: bar charts for energy/thermal/RSS deltas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Line chart for Pareto curve across K values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Update CHAPTER_RESULTS.md with demo numbers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Build Pareto-curve figure for dissertation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REMAINING — Medium-term (next 8 weeks)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Algorithm: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Fix EndurKV-Adaptive (no_evict_decode=true to avoid eviction storm)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Battery endurance test: sustained generation over hours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Hardware coverage: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Run on Pixel 9 Pro or Galaxy S25 (confirm generalization)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Compare NPU (Hexagon backend) vs CPU energy/quality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Workload diversity: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Long-context RAG (2K+ token prompt + 1K decode)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Multi-turn chat (1K-token history accumulating)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PARALLEL WORKSTREAM: PowerInfer-2 exact reproduction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Separate from EndurKV; orthogonal weight-axis optimization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Provides infrastructure validation, not a comparison baseline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PHASE 2: Flash-Tiered KV Cache (future work)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Motivation: when prompt + decode &gt; K_nominal, Phase 1 must DROP cells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For long-context workloads, some 'dropped' cells become relevant later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Storing them in flash with fast recall is the natural extension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Components: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Flash spill buffer (UFS 4.0, ~3 GB/s sustained read)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DRAM-resident index: ~16 bytes/cell maps (layer,pos) → flash offset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Linear-time recall: batched flash reads amortize 150μs IOP latency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Predictive prefetch from early-layer attention patterns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I/O quota with thermal feedback: watchdog throttles flash I/O too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Closed loop completion: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Attention drives BOTH eviction AND recall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Sensors drive BOTH freq cap AND I/O quota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REMAINING — Paper Writing (next 12 weeks)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257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Venue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Deadline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200"/>
                        <a:t>HotMobile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6-page 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Closed-loop story + −67% energy headline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~Sep 2026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200"/>
                        <a:t>MobiSys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12-page 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 K-sweep Pareto + multi-device + NPU + formal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~Dec 2026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200"/>
                        <a:t>Dissertation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Full results + comparison + future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Q4 2027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Two strong submission targets with overlapping but distinct contributions.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58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200"/>
                        <a:t>Now → 2026-07-15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Reproductions + plots + n≥3 replicates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200"/>
                        <a:t>2026-07-15 → 2026-08-15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HotMobile 2027 paper drafted, supervisor review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200"/>
                        <a:t>2026-08-15 → 2026-09-15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HotMobile 2027 paper submission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200"/>
                        <a:t>2026-09-15 → 2026-11-30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Multi-device + RAG + EndurKV-Adaptive fix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200"/>
                        <a:t>2026-12-01 → 2027-02-15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MobiSys 2028 paper drafted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200"/>
                        <a:t>2027-02-15 → 2027-03-30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MobiSys 2028 paper submission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200"/>
                        <a:t>2027-Q2 → 2027-Q4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Dissertation writing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200"/>
                        <a:t>2027-Q4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Dissertation defense target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Risk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838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Energy measurement accuracy (USB powering)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adb-over-WiFi or external power meter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Q8 K seq_add-skip artifact limits cache 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Document as expected; bandwidth savings empirically valid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Tail repetition on --ignore-eos long 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Natural-stop sampling + tuned --anchor / --repeat-penalty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Single-device generalization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Pixel 9 Pro / Galaxy S25 replication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PPL trade-off (+11%) seen as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Frame as operating-point: K is tunable Pareto knob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Existing KV-eviction policies (H2O, TOVA, SnapKV, StreamingLLM) are QUALITY-ONLY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None measure thermal, energy, or endurance on real mobile hardware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EndurKV is the FIRST system that is: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Co-aware: quality + thermal + endurance + memory simultaneously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Closed-loop: attention drives eviction, sensors drive watchdog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Mobile-grade: validated on commodity Snapdragon flagship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Reproducible: every measurement traces to a logged demo run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Citable wins (Phi-3-mini Q4_K_M, 2048-token decode, production protocol):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+19.7% decode throughput vs vanilla (FASTER)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-15.8% total wall time (FASTER)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-12.9% measured energy consumption (LESS BATTERY)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-9.3% peak resident memory (350 MB headroom for other apps)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Watchdog dormant (0 tier transitions) - algorithm alone delivers all wins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Feedback Wanted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Operating-point story: "trade 15% latency for 3× battery" — right for HotMobile?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Q8 K trade-off: +0.6 PPL cost vs bandwidth saving — keep as headline config?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Most important MobiSys baseline: H2O (popular) or SnapKV (recent)?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PowerInfer-2 comparison: full reproduction or qualitative?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Multi-device coverage: 2 phones or more?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EndurKV-Adaptive (two-loop K_eff(t) controller):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  – Pursue as MobiSys novelty, or defer to dissertation chapter?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1F3A5F"/>
                </a:solidFill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600">
                <a:solidFill>
                  <a:srgbClr val="555555"/>
                </a:solidFill>
              </a:rPr>
              <a:t>Repository: ~/EndurKV_workspace/EndurKV/</a:t>
            </a:r>
          </a:p>
          <a:p>
            <a:pPr algn="ctr"/>
            <a:r>
              <a:rPr sz="1600">
                <a:solidFill>
                  <a:srgbClr val="555555"/>
                </a:solidFill>
              </a:rPr>
              <a:t>Headline spec: figures/master_tables/V1FA2_STACK_FORMAL_SPEC.md</a:t>
            </a:r>
          </a:p>
          <a:p>
            <a:pPr algn="ctr"/>
            <a:r>
              <a:rPr sz="1600">
                <a:solidFill>
                  <a:srgbClr val="555555"/>
                </a:solidFill>
              </a:rPr>
              <a:t>Demo command: bash endurkv_demo.sh --k=512</a:t>
            </a:r>
          </a:p>
          <a:p>
            <a:pPr algn="ctr"/>
            <a:r>
              <a:rPr sz="1600">
                <a:solidFill>
                  <a:srgbClr val="555555"/>
                </a:solidFill>
              </a:rPr>
              <a:t>Contact: romyullislam2012@gmail.com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